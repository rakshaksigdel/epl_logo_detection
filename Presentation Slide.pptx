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K Grotesk" charset="1" panose="00000500000000000000"/>
      <p:regular r:id="rId16"/>
    </p:embeddedFont>
    <p:embeddedFont>
      <p:font typeface="Glacial Indifference Bold" charset="1" panose="00000800000000000000"/>
      <p:regular r:id="rId17"/>
    </p:embeddedFont>
    <p:embeddedFont>
      <p:font typeface="HK Grotesk Bold" charset="1" panose="00000800000000000000"/>
      <p:regular r:id="rId18"/>
    </p:embeddedFont>
    <p:embeddedFont>
      <p:font typeface="HK Grotesk Italic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8336" y="-3273956"/>
            <a:ext cx="9611327" cy="13560956"/>
          </a:xfrm>
          <a:custGeom>
            <a:avLst/>
            <a:gdLst/>
            <a:ahLst/>
            <a:cxnLst/>
            <a:rect r="r" b="b" t="t" l="l"/>
            <a:pathLst>
              <a:path h="13560956" w="9611327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43404" y="6414887"/>
            <a:ext cx="7801192" cy="56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0"/>
              </a:lnSpc>
            </a:pPr>
            <a:r>
              <a:rPr lang="en-US" sz="326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Developed By: Rakshak Sigdel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51632" y="3377707"/>
            <a:ext cx="8984736" cy="287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b="true" sz="1000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EPL LOGO DETECTOR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267916" y="1028700"/>
            <a:ext cx="8229600" cy="8229600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-24712" t="0" r="-2471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2910400"/>
            <a:ext cx="6679145" cy="10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280023"/>
            <a:ext cx="7899970" cy="103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Project Name: 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English premier league logo detection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EPL Logo Detector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447787"/>
            <a:ext cx="7899970" cy="103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Technology: 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Convolutional neural network(CNN) implemented with pytorch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615552"/>
            <a:ext cx="7899970" cy="51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Application: 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Identify team logos from images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5887357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14514286"/>
                </a:moveTo>
                <a:lnTo>
                  <a:pt x="10287000" y="14514286"/>
                </a:lnTo>
                <a:lnTo>
                  <a:pt x="10287000" y="0"/>
                </a:lnTo>
                <a:lnTo>
                  <a:pt x="0" y="0"/>
                </a:lnTo>
                <a:lnTo>
                  <a:pt x="0" y="14514286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6860" y="1965021"/>
            <a:ext cx="4473709" cy="6356958"/>
          </a:xfrm>
          <a:custGeom>
            <a:avLst/>
            <a:gdLst/>
            <a:ahLst/>
            <a:cxnLst/>
            <a:rect r="r" b="b" t="t" l="l"/>
            <a:pathLst>
              <a:path h="6356958" w="4473709">
                <a:moveTo>
                  <a:pt x="0" y="0"/>
                </a:moveTo>
                <a:lnTo>
                  <a:pt x="4473709" y="0"/>
                </a:lnTo>
                <a:lnTo>
                  <a:pt x="447370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633307" y="1781630"/>
            <a:ext cx="8625993" cy="206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INTRODUCTION TO DATASET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33307" y="3778450"/>
            <a:ext cx="8625993" cy="585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Source: </a:t>
            </a: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"English Premier League Logo Detection" dataset from Kaggle</a:t>
            </a: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Size: </a:t>
            </a: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Approximately 20,000 logo images</a:t>
            </a: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Content: </a:t>
            </a: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Contains logo images for all 20 EPL clubs</a:t>
            </a: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Classes:  </a:t>
            </a: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Arsenal, Aston Villa, Brentford, Brighton, Burnley, Chelsea, Crystal Palace, Everton, Leeds, Leicester City, Liverpool, Manchester City, Manchester United, Newcastle, Norwich, Southampton, Tottenham, Watford, West Ham, Wolves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403422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EPL Logo Detector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148690"/>
            <a:ext cx="8115300" cy="7989621"/>
          </a:xfrm>
          <a:custGeom>
            <a:avLst/>
            <a:gdLst/>
            <a:ahLst/>
            <a:cxnLst/>
            <a:rect r="r" b="b" t="t" l="l"/>
            <a:pathLst>
              <a:path h="7989621" w="8115300">
                <a:moveTo>
                  <a:pt x="0" y="0"/>
                </a:moveTo>
                <a:lnTo>
                  <a:pt x="8115300" y="0"/>
                </a:lnTo>
                <a:lnTo>
                  <a:pt x="8115300" y="7989620"/>
                </a:lnTo>
                <a:lnTo>
                  <a:pt x="0" y="798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205605"/>
            <a:ext cx="6142093" cy="206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AIMS &amp; OBJECTIVES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78960"/>
            <a:ext cx="7402185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Develop a high-accuracy deep learning model to classify EPL club logos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Implement a CNN architecture suitable for logo recognition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Achieve &gt;95% classification accuracy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Create a model that generalizes well to unseen logo images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Develop a simple inference pipeline for testing new images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EPL Logo Detector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5887357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14514286"/>
                </a:moveTo>
                <a:lnTo>
                  <a:pt x="10287000" y="14514286"/>
                </a:lnTo>
                <a:lnTo>
                  <a:pt x="10287000" y="0"/>
                </a:lnTo>
                <a:lnTo>
                  <a:pt x="0" y="0"/>
                </a:lnTo>
                <a:lnTo>
                  <a:pt x="0" y="14514286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72453" y="1028700"/>
            <a:ext cx="8229600" cy="8229600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-48812" t="0" r="-4881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247780" y="1524000"/>
            <a:ext cx="7790625" cy="206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MODEL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03422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EPL Logo Detector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47780" y="3734422"/>
            <a:ext cx="8625993" cy="585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Feature Extraction: </a:t>
            </a: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Three convolutional layers (32 → 64 → 128 filters) with ReLU activations and MaxPooling 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Flattening: </a:t>
            </a: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Converts extracted feature maps into a single vector for classification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Classes: </a:t>
            </a: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Dropout (0.5) to reduce overfitting, followed by a final dense layer mapping to 20 output classes.</a:t>
            </a:r>
          </a:p>
          <a:p>
            <a:pPr algn="just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434939" y="1257300"/>
            <a:ext cx="8229600" cy="8229600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-37327" t="0" r="-37327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2910400"/>
            <a:ext cx="7146740" cy="206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PREPROCESSING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076825"/>
            <a:ext cx="7899970" cy="51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Resizing : 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Resized to 112 x 112 pixels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EPL Logo Detector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720715"/>
            <a:ext cx="7899970" cy="1563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Augmentation: 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Random rotation, Horizontal flips, Random cropping, collor jitter and grayscale conversion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412355"/>
            <a:ext cx="7899970" cy="103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Normalization: 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Using ImageNet mean and std values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267916" y="1028700"/>
            <a:ext cx="8229600" cy="8229600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-38492" t="0" r="-3849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2910400"/>
            <a:ext cx="7146740" cy="206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TRAINING APPROACH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EPL Logo Detector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720715"/>
            <a:ext cx="7899970" cy="51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Batch Size: 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32 images per batch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076825"/>
            <a:ext cx="7899970" cy="51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Split: 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70-15-15 (Training, validation, testing)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244590"/>
            <a:ext cx="7899970" cy="51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Loss Function: 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Cross Entropy loss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893242"/>
            <a:ext cx="7899970" cy="51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Optimizer: 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Adam with 0.001 learning rate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267916" y="1028700"/>
            <a:ext cx="8229600" cy="8229600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-45039" t="0" r="-45039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3704190"/>
            <a:ext cx="7146740" cy="10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EPL Logo Detector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581732"/>
            <a:ext cx="7899970" cy="51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Validation Accuracy: 98%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937843"/>
            <a:ext cx="7899970" cy="51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Training Accuracy: 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95%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105607"/>
            <a:ext cx="7899970" cy="51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Test Accuracy: 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98.1%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267916" y="1028700"/>
            <a:ext cx="8229600" cy="8229600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-32961" t="0" r="-3296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2910400"/>
            <a:ext cx="7146740" cy="206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FUTURE IMPROVEMENTS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EPL Logo Detector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825014"/>
            <a:ext cx="7899970" cy="51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Add support for historical club logos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076825"/>
            <a:ext cx="7899970" cy="103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Deploy as a web application with user interface</a:t>
            </a:r>
          </a:p>
          <a:p>
            <a:pPr algn="l">
              <a:lnSpc>
                <a:spcPts val="414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445091"/>
            <a:ext cx="7899970" cy="103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Expand to other football leagues</a:t>
            </a:r>
          </a:p>
          <a:p>
            <a:pPr algn="l">
              <a:lnSpc>
                <a:spcPts val="4147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8336" y="-3273956"/>
            <a:ext cx="9611327" cy="13560956"/>
          </a:xfrm>
          <a:custGeom>
            <a:avLst/>
            <a:gdLst/>
            <a:ahLst/>
            <a:cxnLst/>
            <a:rect r="r" b="b" t="t" l="l"/>
            <a:pathLst>
              <a:path h="13560956" w="9611327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43404" y="5626628"/>
            <a:ext cx="7801192" cy="55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0"/>
              </a:lnSpc>
            </a:pPr>
            <a:r>
              <a:rPr lang="en-US" sz="326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FOR YOUR ATTENTION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16061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EPL Logo Detector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51632" y="4171798"/>
            <a:ext cx="8984736" cy="145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b="true" sz="1000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DAGxaBaHVDk</dc:identifier>
  <dcterms:modified xsi:type="dcterms:W3CDTF">2011-08-01T06:04:30Z</dcterms:modified>
  <cp:revision>1</cp:revision>
  <dc:title>EPl LOGO DETECTOR</dc:title>
</cp:coreProperties>
</file>